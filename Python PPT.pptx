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84" d="100"/>
          <a:sy n="84" d="100"/>
        </p:scale>
        <p:origin x="8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754B5-6B6B-4077-AD6E-C9D7035FB63D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0948C05D-7473-488D-80F2-05A0F4E5F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774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754B5-6B6B-4077-AD6E-C9D7035FB63D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8C05D-7473-488D-80F2-05A0F4E5F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803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754B5-6B6B-4077-AD6E-C9D7035FB63D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948C05D-7473-488D-80F2-05A0F4E5F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423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754B5-6B6B-4077-AD6E-C9D7035FB63D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948C05D-7473-488D-80F2-05A0F4E5F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681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754B5-6B6B-4077-AD6E-C9D7035FB63D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948C05D-7473-488D-80F2-05A0F4E5F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147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754B5-6B6B-4077-AD6E-C9D7035FB63D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8C05D-7473-488D-80F2-05A0F4E5F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936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754B5-6B6B-4077-AD6E-C9D7035FB63D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8C05D-7473-488D-80F2-05A0F4E5F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053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754B5-6B6B-4077-AD6E-C9D7035FB63D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8C05D-7473-488D-80F2-05A0F4E5F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6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754B5-6B6B-4077-AD6E-C9D7035FB63D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948C05D-7473-488D-80F2-05A0F4E5F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425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754B5-6B6B-4077-AD6E-C9D7035FB63D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948C05D-7473-488D-80F2-05A0F4E5F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196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754B5-6B6B-4077-AD6E-C9D7035FB63D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948C05D-7473-488D-80F2-05A0F4E5FA2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889151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754B5-6B6B-4077-AD6E-C9D7035FB63D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948C05D-7473-488D-80F2-05A0F4E5F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6485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754B5-6B6B-4077-AD6E-C9D7035FB63D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948C05D-7473-488D-80F2-05A0F4E5FA2F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813181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754B5-6B6B-4077-AD6E-C9D7035FB63D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948C05D-7473-488D-80F2-05A0F4E5F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9076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754B5-6B6B-4077-AD6E-C9D7035FB63D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8C05D-7473-488D-80F2-05A0F4E5F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2687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754B5-6B6B-4077-AD6E-C9D7035FB63D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8C05D-7473-488D-80F2-05A0F4E5F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01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E754B5-6B6B-4077-AD6E-C9D7035FB63D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0948C05D-7473-488D-80F2-05A0F4E5F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710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5EB8E73-730F-FFB0-209E-78145ECFED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04110" y="2023110"/>
            <a:ext cx="9144000" cy="3646170"/>
          </a:xfrm>
        </p:spPr>
        <p:txBody>
          <a:bodyPr>
            <a:normAutofit/>
          </a:bodyPr>
          <a:lstStyle/>
          <a:p>
            <a:endParaRPr lang="en-US" b="1" dirty="0"/>
          </a:p>
          <a:p>
            <a:pPr>
              <a:lnSpc>
                <a:spcPct val="160000"/>
              </a:lnSpc>
            </a:pPr>
            <a:r>
              <a:rPr lang="en-US" b="1" dirty="0"/>
              <a:t>Introduction to Python</a:t>
            </a:r>
          </a:p>
          <a:p>
            <a:pPr>
              <a:lnSpc>
                <a:spcPct val="160000"/>
              </a:lnSpc>
            </a:pPr>
            <a:r>
              <a:rPr lang="en-US" dirty="0"/>
              <a:t>Python is a popular programming language.</a:t>
            </a:r>
          </a:p>
          <a:p>
            <a:pPr>
              <a:lnSpc>
                <a:spcPct val="160000"/>
              </a:lnSpc>
            </a:pPr>
            <a:r>
              <a:rPr lang="en-US" dirty="0"/>
              <a:t>Created by Guido van Rossum in 1991.</a:t>
            </a:r>
          </a:p>
          <a:p>
            <a:pPr>
              <a:lnSpc>
                <a:spcPct val="160000"/>
              </a:lnSpc>
            </a:pPr>
            <a:r>
              <a:rPr lang="en-US" dirty="0"/>
              <a:t>Used for web development, data analysis, AI, automation, and more.</a:t>
            </a:r>
          </a:p>
          <a:p>
            <a:pPr>
              <a:lnSpc>
                <a:spcPct val="160000"/>
              </a:lnSpc>
            </a:pPr>
            <a:r>
              <a:rPr lang="en-US" dirty="0"/>
              <a:t>Known for being simple and easy to learn.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3462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2364A-63E2-2690-EF64-CB1F3D7DD991}"/>
              </a:ext>
            </a:extLst>
          </p:cNvPr>
          <p:cNvSpPr txBox="1"/>
          <p:nvPr/>
        </p:nvSpPr>
        <p:spPr>
          <a:xfrm>
            <a:off x="2377440" y="2251710"/>
            <a:ext cx="9269730" cy="3329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/>
              <a:t>Why Learn Python?</a:t>
            </a:r>
          </a:p>
          <a:p>
            <a:pPr>
              <a:lnSpc>
                <a:spcPct val="200000"/>
              </a:lnSpc>
            </a:pPr>
            <a:r>
              <a:rPr lang="en-US" dirty="0"/>
              <a:t>Easy syntax like English language.</a:t>
            </a:r>
          </a:p>
          <a:p>
            <a:pPr>
              <a:lnSpc>
                <a:spcPct val="200000"/>
              </a:lnSpc>
            </a:pPr>
            <a:r>
              <a:rPr lang="en-US" dirty="0"/>
              <a:t>Large community support.</a:t>
            </a:r>
          </a:p>
          <a:p>
            <a:pPr>
              <a:lnSpc>
                <a:spcPct val="200000"/>
              </a:lnSpc>
            </a:pPr>
            <a:r>
              <a:rPr lang="en-US" dirty="0"/>
              <a:t>Free and open-source.</a:t>
            </a:r>
          </a:p>
          <a:p>
            <a:pPr>
              <a:lnSpc>
                <a:spcPct val="200000"/>
              </a:lnSpc>
            </a:pPr>
            <a:r>
              <a:rPr lang="en-US" dirty="0"/>
              <a:t>Works on many platforms (Windows, Mac, Linux).</a:t>
            </a:r>
          </a:p>
          <a:p>
            <a:pPr>
              <a:lnSpc>
                <a:spcPct val="200000"/>
              </a:lnSpc>
            </a:pPr>
            <a:r>
              <a:rPr lang="en-US" dirty="0"/>
              <a:t>Used by big companies like Google, Facebook, and Netflix.</a:t>
            </a:r>
          </a:p>
        </p:txBody>
      </p:sp>
    </p:spTree>
    <p:extLst>
      <p:ext uri="{BB962C8B-B14F-4D97-AF65-F5344CB8AC3E}">
        <p14:creationId xmlns:p14="http://schemas.microsoft.com/office/powerpoint/2010/main" val="2824453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DAF064-C63F-E5B4-7775-F455C0228CC9}"/>
              </a:ext>
            </a:extLst>
          </p:cNvPr>
          <p:cNvSpPr txBox="1"/>
          <p:nvPr/>
        </p:nvSpPr>
        <p:spPr>
          <a:xfrm>
            <a:off x="2423160" y="2205990"/>
            <a:ext cx="6606540" cy="3329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/>
              <a:t>Python Basics</a:t>
            </a:r>
          </a:p>
          <a:p>
            <a:pPr>
              <a:lnSpc>
                <a:spcPct val="200000"/>
              </a:lnSpc>
            </a:pPr>
            <a:r>
              <a:rPr lang="en-US" dirty="0"/>
              <a:t>Variables store information: x = 5</a:t>
            </a:r>
          </a:p>
          <a:p>
            <a:pPr>
              <a:lnSpc>
                <a:spcPct val="200000"/>
              </a:lnSpc>
            </a:pPr>
            <a:r>
              <a:rPr lang="en-US" dirty="0"/>
              <a:t>Print output: print("Hello, World!")</a:t>
            </a:r>
          </a:p>
          <a:p>
            <a:pPr>
              <a:lnSpc>
                <a:spcPct val="200000"/>
              </a:lnSpc>
            </a:pPr>
            <a:r>
              <a:rPr lang="en-US" dirty="0"/>
              <a:t>Data types: numbers, text (strings), lists.</a:t>
            </a:r>
          </a:p>
          <a:p>
            <a:pPr>
              <a:lnSpc>
                <a:spcPct val="200000"/>
              </a:lnSpc>
            </a:pPr>
            <a:r>
              <a:rPr lang="en-US" dirty="0"/>
              <a:t>Simple control flow: if-else, loops.</a:t>
            </a:r>
          </a:p>
          <a:p>
            <a:pPr>
              <a:lnSpc>
                <a:spcPct val="2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9382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4D800F-6F95-FF2B-E7DF-9645DB472D48}"/>
              </a:ext>
            </a:extLst>
          </p:cNvPr>
          <p:cNvSpPr txBox="1"/>
          <p:nvPr/>
        </p:nvSpPr>
        <p:spPr>
          <a:xfrm>
            <a:off x="2354580" y="2228850"/>
            <a:ext cx="764667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/>
              <a:t>Example Python Code</a:t>
            </a:r>
          </a:p>
          <a:p>
            <a:pPr>
              <a:lnSpc>
                <a:spcPct val="200000"/>
              </a:lnSpc>
            </a:pPr>
            <a:r>
              <a:rPr lang="en-US" dirty="0"/>
              <a:t>name = input("Enter your name: ")</a:t>
            </a:r>
          </a:p>
          <a:p>
            <a:pPr>
              <a:lnSpc>
                <a:spcPct val="200000"/>
              </a:lnSpc>
            </a:pPr>
            <a:r>
              <a:rPr lang="en-US" dirty="0"/>
              <a:t>print("Hello, " + name + "!")</a:t>
            </a:r>
          </a:p>
          <a:p>
            <a:pPr>
              <a:lnSpc>
                <a:spcPct val="200000"/>
              </a:lnSpc>
            </a:pPr>
            <a:r>
              <a:rPr lang="en-US" dirty="0"/>
              <a:t>Takes input from user.</a:t>
            </a:r>
          </a:p>
          <a:p>
            <a:pPr>
              <a:lnSpc>
                <a:spcPct val="200000"/>
              </a:lnSpc>
            </a:pPr>
            <a:r>
              <a:rPr lang="en-US" dirty="0"/>
              <a:t>Greets the user by name.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0928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EFBAF6-DA1A-1076-6E16-E41302D891D7}"/>
              </a:ext>
            </a:extLst>
          </p:cNvPr>
          <p:cNvSpPr txBox="1"/>
          <p:nvPr/>
        </p:nvSpPr>
        <p:spPr>
          <a:xfrm>
            <a:off x="2366010" y="2263140"/>
            <a:ext cx="715518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/>
              <a:t>Where to Use Python?</a:t>
            </a:r>
          </a:p>
          <a:p>
            <a:pPr>
              <a:lnSpc>
                <a:spcPct val="200000"/>
              </a:lnSpc>
            </a:pPr>
            <a:r>
              <a:rPr lang="en-US" dirty="0"/>
              <a:t>Web Development (Django, Flask)</a:t>
            </a:r>
          </a:p>
          <a:p>
            <a:pPr>
              <a:lnSpc>
                <a:spcPct val="200000"/>
              </a:lnSpc>
            </a:pPr>
            <a:r>
              <a:rPr lang="en-US" dirty="0"/>
              <a:t>Data Science and Machine Learning (Pandas, TensorFlow)</a:t>
            </a:r>
          </a:p>
          <a:p>
            <a:pPr>
              <a:lnSpc>
                <a:spcPct val="200000"/>
              </a:lnSpc>
            </a:pPr>
            <a:r>
              <a:rPr lang="en-US" dirty="0"/>
              <a:t>Automation and Scripting</a:t>
            </a:r>
          </a:p>
          <a:p>
            <a:pPr>
              <a:lnSpc>
                <a:spcPct val="200000"/>
              </a:lnSpc>
            </a:pPr>
            <a:r>
              <a:rPr lang="en-US" dirty="0"/>
              <a:t>Game Development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2102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7DA539-7220-E5D6-6DE7-C8CCDE0022F5}"/>
              </a:ext>
            </a:extLst>
          </p:cNvPr>
          <p:cNvSpPr txBox="1"/>
          <p:nvPr/>
        </p:nvSpPr>
        <p:spPr>
          <a:xfrm>
            <a:off x="2366010" y="2227031"/>
            <a:ext cx="6846570" cy="222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/>
              <a:t>Getting Started</a:t>
            </a:r>
          </a:p>
          <a:p>
            <a:pPr>
              <a:lnSpc>
                <a:spcPct val="200000"/>
              </a:lnSpc>
            </a:pPr>
            <a:r>
              <a:rPr lang="en-US" dirty="0"/>
              <a:t>Download Python from python.org</a:t>
            </a:r>
          </a:p>
          <a:p>
            <a:pPr>
              <a:lnSpc>
                <a:spcPct val="200000"/>
              </a:lnSpc>
            </a:pPr>
            <a:r>
              <a:rPr lang="en-US" dirty="0"/>
              <a:t>Use editors like VS Code or IDLE</a:t>
            </a:r>
          </a:p>
          <a:p>
            <a:pPr>
              <a:lnSpc>
                <a:spcPct val="200000"/>
              </a:lnSpc>
            </a:pPr>
            <a:r>
              <a:rPr lang="en-US" dirty="0"/>
              <a:t>Run your first program: print("Hello, Python!")</a:t>
            </a:r>
          </a:p>
        </p:txBody>
      </p:sp>
    </p:spTree>
    <p:extLst>
      <p:ext uri="{BB962C8B-B14F-4D97-AF65-F5344CB8AC3E}">
        <p14:creationId xmlns:p14="http://schemas.microsoft.com/office/powerpoint/2010/main" val="1010014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90A0EE-5BDA-CEC0-B83C-608CF74CD5F2}"/>
              </a:ext>
            </a:extLst>
          </p:cNvPr>
          <p:cNvSpPr txBox="1"/>
          <p:nvPr/>
        </p:nvSpPr>
        <p:spPr>
          <a:xfrm>
            <a:off x="2388870" y="2240280"/>
            <a:ext cx="665226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/>
              <a:t>Summary</a:t>
            </a:r>
          </a:p>
          <a:p>
            <a:pPr>
              <a:lnSpc>
                <a:spcPct val="200000"/>
              </a:lnSpc>
            </a:pPr>
            <a:r>
              <a:rPr lang="en-US" dirty="0"/>
              <a:t>Python is beginner-friendly.</a:t>
            </a:r>
          </a:p>
          <a:p>
            <a:pPr>
              <a:lnSpc>
                <a:spcPct val="200000"/>
              </a:lnSpc>
            </a:pPr>
            <a:r>
              <a:rPr lang="en-US" dirty="0"/>
              <a:t>Powerful and versatile.</a:t>
            </a:r>
          </a:p>
          <a:p>
            <a:pPr>
              <a:lnSpc>
                <a:spcPct val="200000"/>
              </a:lnSpc>
            </a:pPr>
            <a:r>
              <a:rPr lang="en-US" dirty="0"/>
              <a:t>Great community and resources.</a:t>
            </a:r>
          </a:p>
          <a:p>
            <a:pPr>
              <a:lnSpc>
                <a:spcPct val="200000"/>
              </a:lnSpc>
            </a:pPr>
            <a:r>
              <a:rPr lang="en-US" dirty="0"/>
              <a:t>Start practicing to learn more!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08696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DD7685-E8A4-7BDC-FEBC-B06BA5B01491}"/>
              </a:ext>
            </a:extLst>
          </p:cNvPr>
          <p:cNvSpPr txBox="1"/>
          <p:nvPr/>
        </p:nvSpPr>
        <p:spPr>
          <a:xfrm>
            <a:off x="3360420" y="2960370"/>
            <a:ext cx="52692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1039031473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24</TotalTime>
  <Words>228</Words>
  <Application>Microsoft Office PowerPoint</Application>
  <PresentationFormat>Widescreen</PresentationFormat>
  <Paragraphs>53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IIIYEAR</dc:creator>
  <cp:lastModifiedBy>IIIYEAR</cp:lastModifiedBy>
  <cp:revision>1</cp:revision>
  <dcterms:created xsi:type="dcterms:W3CDTF">2025-09-10T09:24:10Z</dcterms:created>
  <dcterms:modified xsi:type="dcterms:W3CDTF">2025-09-10T09:48:11Z</dcterms:modified>
</cp:coreProperties>
</file>