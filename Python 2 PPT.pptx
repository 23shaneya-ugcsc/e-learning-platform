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1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4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5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41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6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7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4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39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641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55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36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71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64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1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1211E-98FA-43BB-BDA2-02E8E573F83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6B618-4B40-4C39-8E90-F8023369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99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38E862-B082-32FB-A4DA-40726C847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817370"/>
            <a:ext cx="9448800" cy="4000499"/>
          </a:xfrm>
        </p:spPr>
        <p:txBody>
          <a:bodyPr>
            <a:norm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Python Data Types Overview</a:t>
            </a:r>
            <a:br>
              <a:rPr lang="en-US" b="1" dirty="0">
                <a:latin typeface="Century Gothic" panose="020B0502020202020204" pitchFamily="34" charset="0"/>
              </a:rPr>
            </a:br>
            <a:endParaRPr lang="en-US" b="1" dirty="0">
              <a:latin typeface="Century Gothic" panose="020B0502020202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Century Gothic" panose="020B0502020202020204" pitchFamily="34" charset="0"/>
              </a:rPr>
              <a:t>Data types tell what kind of data a variable holds.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Century Gothic" panose="020B0502020202020204" pitchFamily="34" charset="0"/>
              </a:rPr>
              <a:t>Important to know for writing correct programs.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Century Gothic" panose="020B0502020202020204" pitchFamily="34" charset="0"/>
              </a:rPr>
              <a:t>Common Python data types:</a:t>
            </a:r>
            <a:br>
              <a:rPr lang="en-US" dirty="0">
                <a:latin typeface="Century Gothic" panose="020B0502020202020204" pitchFamily="34" charset="0"/>
              </a:rPr>
            </a:br>
            <a:endParaRPr lang="en-US" dirty="0">
              <a:latin typeface="Century Gothic" panose="020B0502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Numbers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Strings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Lists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entury Gothic" panose="020B0502020202020204" pitchFamily="34" charset="0"/>
              </a:rPr>
              <a:t>Boolean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61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6B73AB-FD1B-91C3-AE72-4BAA8B979158}"/>
              </a:ext>
            </a:extLst>
          </p:cNvPr>
          <p:cNvSpPr txBox="1"/>
          <p:nvPr/>
        </p:nvSpPr>
        <p:spPr>
          <a:xfrm>
            <a:off x="2045970" y="1337310"/>
            <a:ext cx="7360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Numbers</a:t>
            </a:r>
          </a:p>
          <a:p>
            <a:endParaRPr lang="en-US" b="1"/>
          </a:p>
          <a:p>
            <a:r>
              <a:rPr lang="en-US" dirty="0"/>
              <a:t>Used to store numeric values.</a:t>
            </a:r>
          </a:p>
          <a:p>
            <a:r>
              <a:rPr lang="en-US" dirty="0"/>
              <a:t>Types of numbers:</a:t>
            </a:r>
          </a:p>
          <a:p>
            <a:pPr lvl="1"/>
            <a:r>
              <a:rPr lang="en-US" b="1" dirty="0"/>
              <a:t>int</a:t>
            </a:r>
            <a:r>
              <a:rPr lang="en-US" dirty="0"/>
              <a:t> (whole numbers): x = 10</a:t>
            </a:r>
          </a:p>
          <a:p>
            <a:pPr lvl="1"/>
            <a:r>
              <a:rPr lang="en-US" b="1" dirty="0"/>
              <a:t>float</a:t>
            </a:r>
            <a:r>
              <a:rPr lang="en-US" dirty="0"/>
              <a:t> (decimal numbers): y = 3.14</a:t>
            </a:r>
          </a:p>
          <a:p>
            <a:r>
              <a:rPr lang="en-US" dirty="0"/>
              <a:t>You can do math operations with numbers.</a:t>
            </a:r>
            <a:br>
              <a:rPr lang="en-US" dirty="0"/>
            </a:br>
            <a:r>
              <a:rPr lang="en-US" dirty="0"/>
              <a:t>Example: z = x + y</a:t>
            </a:r>
          </a:p>
        </p:txBody>
      </p:sp>
    </p:spTree>
    <p:extLst>
      <p:ext uri="{BB962C8B-B14F-4D97-AF65-F5344CB8AC3E}">
        <p14:creationId xmlns:p14="http://schemas.microsoft.com/office/powerpoint/2010/main" val="259886786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</TotalTime>
  <Words>78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</vt:lpstr>
      <vt:lpstr>Vapor Trail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IIIYEAR</dc:creator>
  <cp:lastModifiedBy>IIIYEAR</cp:lastModifiedBy>
  <cp:revision>1</cp:revision>
  <dcterms:created xsi:type="dcterms:W3CDTF">2025-09-10T09:51:11Z</dcterms:created>
  <dcterms:modified xsi:type="dcterms:W3CDTF">2025-09-10T10:01:00Z</dcterms:modified>
</cp:coreProperties>
</file>